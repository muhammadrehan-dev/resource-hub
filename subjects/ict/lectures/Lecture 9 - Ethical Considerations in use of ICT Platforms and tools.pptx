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3842C-0BE8-404B-BE87-9C1701E1772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FD4A2-2AE5-473E-8756-BB865103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0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F0797A5-A58F-4771-BF1F-D3B1D201BC16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7102-102E-463A-B973-62E6D87B35F1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C336-2F30-461D-9752-E50E899A709D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59FDA-FCF4-42EF-B785-54192F167A5B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C701-12B1-4F69-987B-B8073AAD0584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B26B9-7DD0-4578-A6D4-7ADEDC567F41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27B8-9565-451C-86C6-33151569060B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7514-633C-446B-A0A6-B3882EB1E4F0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6D8-E07D-47BD-B283-7D4423874A56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72C4-C9A2-466F-AE63-6D870D7E0DC8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B52FD-779C-4896-841A-C755E3BB3702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1910-5EF6-43A9-A8D2-285028ABA0B5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9A21-DB54-4B03-8FD3-E72B2C2EC05D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CC8B-5B3A-4D37-BBB5-160CAF6066E3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4DC68-CC32-4190-A1D5-E09FFEBF6A2D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DACC6-98A4-45EB-A33C-7EEDDFF90F23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77A8-BA62-4967-BA35-31D0E1EA4857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ADFF35-102A-4514-AEC8-A938B9DD78DF}" type="datetime1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Considerations in use of ICT Platforms and tools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Information and Communication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algn="l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IT-1502</a:t>
            </a:r>
          </a:p>
          <a:p>
            <a:pPr algn="l"/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: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2025/fall</a:t>
            </a:r>
          </a:p>
          <a:p>
            <a:pPr algn="l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Rani</a:t>
            </a:r>
          </a:p>
          <a:p>
            <a:pPr algn="l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Cyber Security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96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653328"/>
            <a:ext cx="9849171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ICT provides powerful tools for creating, sharing, and using information.</a:t>
            </a:r>
          </a:p>
          <a:p>
            <a:pPr marL="3556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this power comes responsibility.</a:t>
            </a:r>
          </a:p>
          <a:p>
            <a:pPr marL="3556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behavior ensures trust, fairness, and respect in digital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34198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Ethics in ICT?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misuse of digital content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Protects creators’ rights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safe and truthful online communication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Promotes responsible digital citizenship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11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&amp; COPYRIGHT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4120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Intellectual Property (IP)?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refers to creative works like: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laws protect creators from misuse or theft of their work.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74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Copyright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Copyright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gives legal protection to original content.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copying, distribution, or modification.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automatically once content is created.</a:t>
            </a:r>
          </a:p>
          <a:p>
            <a:pPr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4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Copyright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Violations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Copying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without permission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pirated movies or software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music without proper license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Republishing someone’s article as your own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66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Respect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Copyright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copyright-free or Creative Commons material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proper credit (citation)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permission for copyrighted content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your own original work when possible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56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ORIGINALITY &amp;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Plagiarism?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someone else’s work, ideas, text, or images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credit or permission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it as your own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Considered unethical and dishonest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46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Plagiarism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Copy–paste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websites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another student’s assignment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Paraphrasing without citing sources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AI-generated text without acknowledgment (if required)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3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Originality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in your own words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 all sources properly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plagiarism-checking tools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all references used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topic before writing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03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Use of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credibility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unauthorized use of documents, photos, or videos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fair use guidelines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 privacy when using personal information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993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ACCURACY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Content Accuracy?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must be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correct, factual, and reliable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Especially important in news, education, and public communication.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734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 vs Fake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information shared unknowingly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Deliberately fabricated stories to mislead people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ICT makes it easy for false information to spread quickly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19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Content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Double-check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facts before sharing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credible sources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academic, reputable news)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editing information in misleading ways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 critically before forwarding messages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508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 of an Ethical ICT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truthful information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 creators’ rights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originality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spreading harmful or false content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accountable for your digital actions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59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ICT builds trust and supports safe digital spaces.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Respecting copyright, avoiding plagiarism, and ensuring accuracy are essential.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Everyone must act responsibly when creating and sharing digital content.</a:t>
            </a:r>
          </a:p>
          <a:p>
            <a:pPr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Cyber Security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842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110</TotalTime>
  <Words>539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Garamond</vt:lpstr>
      <vt:lpstr>Times New Roman</vt:lpstr>
      <vt:lpstr>Organic</vt:lpstr>
      <vt:lpstr>Ethical Considerations in use of ICT Platforms and tools</vt:lpstr>
      <vt:lpstr>Introduction</vt:lpstr>
      <vt:lpstr>Why Ethics in ICT?</vt:lpstr>
      <vt:lpstr>INTELLECTUAL PROPERTY &amp; COPYRIGHT</vt:lpstr>
      <vt:lpstr>Understanding Copyright</vt:lpstr>
      <vt:lpstr>Common Copyright Violations</vt:lpstr>
      <vt:lpstr>How to Respect Copyright</vt:lpstr>
      <vt:lpstr>ORIGINALITY &amp; PLAGIARISM</vt:lpstr>
      <vt:lpstr>Examples of Plagiarism</vt:lpstr>
      <vt:lpstr>Ensuring Originality</vt:lpstr>
      <vt:lpstr>Ethical Use of Information</vt:lpstr>
      <vt:lpstr>CONTENT ACCURACY &amp; INTEGRITY</vt:lpstr>
      <vt:lpstr>Misinformation vs Fake News</vt:lpstr>
      <vt:lpstr>Ensuring Content Integrity</vt:lpstr>
      <vt:lpstr>Responsibilities of an Ethical ICT User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Information and Communication Technologies (ICT)</dc:title>
  <dc:creator>DUET</dc:creator>
  <cp:lastModifiedBy>DUET</cp:lastModifiedBy>
  <cp:revision>126</cp:revision>
  <dcterms:created xsi:type="dcterms:W3CDTF">2025-09-11T06:22:25Z</dcterms:created>
  <dcterms:modified xsi:type="dcterms:W3CDTF">2025-11-20T11:03:25Z</dcterms:modified>
</cp:coreProperties>
</file>